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4630400" cy="8229600"/>
  <p:notesSz cx="8229600" cy="14630400"/>
  <p:embeddedFontLst>
    <p:embeddedFont>
      <p:font typeface="Mukta Light" panose="020B0604020202020204" charset="0"/>
      <p:regular r:id="rId10"/>
    </p:embeddedFont>
    <p:embeddedFont>
      <p:font typeface="Prompt Medium" panose="00000600000000000000" pitchFamily="2" charset="-3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13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155502"/>
            <a:ext cx="7415927" cy="2838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450"/>
              </a:lnSpc>
              <a:buNone/>
            </a:pPr>
            <a:r>
              <a:rPr lang="en-US" sz="5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Radix Sort: Efficient Sorting for Large Data</a:t>
            </a:r>
            <a:endParaRPr lang="en-US" sz="5950" dirty="0"/>
          </a:p>
        </p:txBody>
      </p:sp>
      <p:sp>
        <p:nvSpPr>
          <p:cNvPr id="4" name="Text 1"/>
          <p:cNvSpPr/>
          <p:nvPr/>
        </p:nvSpPr>
        <p:spPr>
          <a:xfrm>
            <a:off x="864037" y="4364712"/>
            <a:ext cx="74159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Harsh Siddhapura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4037" y="5136118"/>
            <a:ext cx="74159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Yash Gohil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4037" y="5907524"/>
            <a:ext cx="74159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Rohit Navadiya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4037" y="6678930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4389" y="647938"/>
            <a:ext cx="5234345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What is Radix Sort?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1162407" y="1655445"/>
            <a:ext cx="30480" cy="5926217"/>
          </a:xfrm>
          <a:prstGeom prst="roundRect">
            <a:avLst>
              <a:gd name="adj" fmla="val 324573"/>
            </a:avLst>
          </a:prstGeom>
          <a:solidFill>
            <a:srgbClr val="6D4562"/>
          </a:solidFill>
          <a:ln/>
        </p:spPr>
      </p:sp>
      <p:sp>
        <p:nvSpPr>
          <p:cNvPr id="5" name="Shape 2"/>
          <p:cNvSpPr/>
          <p:nvPr/>
        </p:nvSpPr>
        <p:spPr>
          <a:xfrm>
            <a:off x="1412141" y="2170033"/>
            <a:ext cx="824389" cy="30480"/>
          </a:xfrm>
          <a:prstGeom prst="roundRect">
            <a:avLst>
              <a:gd name="adj" fmla="val 324573"/>
            </a:avLst>
          </a:prstGeom>
          <a:solidFill>
            <a:srgbClr val="6D4562"/>
          </a:solidFill>
          <a:ln/>
        </p:spPr>
      </p:sp>
      <p:sp>
        <p:nvSpPr>
          <p:cNvPr id="6" name="Shape 3"/>
          <p:cNvSpPr/>
          <p:nvPr/>
        </p:nvSpPr>
        <p:spPr>
          <a:xfrm>
            <a:off x="912674" y="1920359"/>
            <a:ext cx="529947" cy="529947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8890" y="2028230"/>
            <a:ext cx="117515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473047" y="1890951"/>
            <a:ext cx="2617113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Digit-Based Sorting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473047" y="2359343"/>
            <a:ext cx="5846564" cy="75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is a non-comparative sorting algorithm that sorts the data by processing individual digits.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412141" y="4098369"/>
            <a:ext cx="824389" cy="30480"/>
          </a:xfrm>
          <a:prstGeom prst="roundRect">
            <a:avLst>
              <a:gd name="adj" fmla="val 324573"/>
            </a:avLst>
          </a:prstGeom>
          <a:solidFill>
            <a:srgbClr val="6D4562"/>
          </a:solidFill>
          <a:ln/>
        </p:spPr>
      </p:sp>
      <p:sp>
        <p:nvSpPr>
          <p:cNvPr id="11" name="Shape 8"/>
          <p:cNvSpPr/>
          <p:nvPr/>
        </p:nvSpPr>
        <p:spPr>
          <a:xfrm>
            <a:off x="912674" y="3848695"/>
            <a:ext cx="529947" cy="529947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85790" y="3956566"/>
            <a:ext cx="183713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473047" y="3819287"/>
            <a:ext cx="2617113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Stable Sorting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473047" y="4287679"/>
            <a:ext cx="5846564" cy="753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is a stable sorting algorithm, meaning the relative order of equal elements is preserved.</a:t>
            </a:r>
            <a:endParaRPr lang="en-US" sz="1850" dirty="0"/>
          </a:p>
        </p:txBody>
      </p:sp>
      <p:sp>
        <p:nvSpPr>
          <p:cNvPr id="15" name="Shape 12"/>
          <p:cNvSpPr/>
          <p:nvPr/>
        </p:nvSpPr>
        <p:spPr>
          <a:xfrm>
            <a:off x="1412141" y="6026706"/>
            <a:ext cx="824389" cy="30480"/>
          </a:xfrm>
          <a:prstGeom prst="roundRect">
            <a:avLst>
              <a:gd name="adj" fmla="val 324573"/>
            </a:avLst>
          </a:prstGeom>
          <a:solidFill>
            <a:srgbClr val="6D4562"/>
          </a:solidFill>
          <a:ln/>
        </p:spPr>
      </p:sp>
      <p:sp>
        <p:nvSpPr>
          <p:cNvPr id="16" name="Shape 13"/>
          <p:cNvSpPr/>
          <p:nvPr/>
        </p:nvSpPr>
        <p:spPr>
          <a:xfrm>
            <a:off x="912674" y="5777032"/>
            <a:ext cx="529947" cy="529947"/>
          </a:xfrm>
          <a:prstGeom prst="roundRect">
            <a:avLst>
              <a:gd name="adj" fmla="val 1866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86505" y="5884902"/>
            <a:ext cx="182166" cy="314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473047" y="5747623"/>
            <a:ext cx="3026807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Linear Time Complexity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473047" y="6216015"/>
            <a:ext cx="5846564" cy="113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has a time complexity of O(kn), where k is the maximum number of digits in the input and n is the size of the input.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67307"/>
            <a:ext cx="821376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Time Complexity of Radix Sort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Linear Time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59925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has a time complexity of O(kn), making it highly efficient for large datasets.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Digit-Based Sorting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4159925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time complexity is independent of the range of values in the input, unlike comparison-based sorting algorithms.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570208"/>
            <a:ext cx="288702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Scalable Performance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81354" y="415992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sort's linear time complexity allows it to maintain high performance even as the input size grows.</a:t>
            </a:r>
            <a:endParaRPr lang="en-US" sz="1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595A77-AA1A-BFF7-493B-1261BAD388A1}"/>
              </a:ext>
            </a:extLst>
          </p:cNvPr>
          <p:cNvSpPr/>
          <p:nvPr/>
        </p:nvSpPr>
        <p:spPr>
          <a:xfrm>
            <a:off x="12540343" y="7576457"/>
            <a:ext cx="2090057" cy="6531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741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743" y="3532584"/>
            <a:ext cx="5586770" cy="638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Radix Sort Works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43" y="4516160"/>
            <a:ext cx="4340304" cy="9196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34653" y="5780603"/>
            <a:ext cx="2554843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Extract Digits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034653" y="6237803"/>
            <a:ext cx="3880485" cy="11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works by extracting the digits of the input data, starting from the least significant digit.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5048" y="4516160"/>
            <a:ext cx="4340304" cy="9196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74958" y="5780603"/>
            <a:ext cx="2554843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Bucket Sort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5374958" y="6237803"/>
            <a:ext cx="3880485" cy="11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data is then distributed into multiple buckets based on the current digit being processed.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5352" y="4516160"/>
            <a:ext cx="4340304" cy="9196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262" y="5780603"/>
            <a:ext cx="2554843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Combine Buckets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9715262" y="6237803"/>
            <a:ext cx="3880485" cy="11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data is then merged back together, with the digits in the correct order, before moving to the next digit.</a:t>
            </a:r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A6B821-C792-A8AD-712D-B9253F9BBC37}"/>
              </a:ext>
            </a:extLst>
          </p:cNvPr>
          <p:cNvSpPr/>
          <p:nvPr/>
        </p:nvSpPr>
        <p:spPr>
          <a:xfrm>
            <a:off x="12540343" y="7576457"/>
            <a:ext cx="2090057" cy="6531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67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5094" y="3327797"/>
            <a:ext cx="6032659" cy="599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Advantages of Radix Sort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55094" y="4250650"/>
            <a:ext cx="6452235" cy="1566029"/>
          </a:xfrm>
          <a:prstGeom prst="roundRect">
            <a:avLst>
              <a:gd name="adj" fmla="val 578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8456" y="4474012"/>
            <a:ext cx="2706767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Efficient for Large Data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8456" y="4902994"/>
            <a:ext cx="6005513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is particularly well-suited for sorting large datasets, as its time complexity is linear with respect to the size of the input.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23071" y="4250650"/>
            <a:ext cx="6452235" cy="1566029"/>
          </a:xfrm>
          <a:prstGeom prst="roundRect">
            <a:avLst>
              <a:gd name="adj" fmla="val 578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46432" y="4474012"/>
            <a:ext cx="2397204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Stability Preserved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646432" y="4902994"/>
            <a:ext cx="6005513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is a stable sorting algorithm, meaning the relative order of equal elements is maintained during the sorting process.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196953" y="6050485"/>
            <a:ext cx="6452235" cy="1566029"/>
          </a:xfrm>
          <a:prstGeom prst="roundRect">
            <a:avLst>
              <a:gd name="adj" fmla="val 578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90549" y="6268300"/>
            <a:ext cx="2397204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Digit-Based Sorting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4420314" y="6684764"/>
            <a:ext cx="6005513" cy="69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works by sorting the data digit by digit, making it efficient for sorting large integers or strings.</a:t>
            </a:r>
            <a:endParaRPr lang="en-US" sz="16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EFE50-FA26-FB44-1285-0538E93BF56E}"/>
              </a:ext>
            </a:extLst>
          </p:cNvPr>
          <p:cNvSpPr/>
          <p:nvPr/>
        </p:nvSpPr>
        <p:spPr>
          <a:xfrm>
            <a:off x="12540343" y="7727871"/>
            <a:ext cx="2090057" cy="5017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67307"/>
            <a:ext cx="660404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Limitations of Radix Sort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70208"/>
            <a:ext cx="38988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Limited to Fixed-Length Data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502825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is most effective when the input data has a fixed length, such as integers or fixed-length strings.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570208"/>
            <a:ext cx="30124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Memory Requirements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5372695" y="415992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may require additional memory for the sorting process, which can be a limitation for very large datasets.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Sorting Overhead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9881354" y="4159925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digit-by-digit sorting process of radix sort can introduce some overhead, especially for data with a small number of digits.</a:t>
            </a:r>
            <a:endParaRPr lang="en-US" sz="1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8AB085-6207-36CD-08A7-69FE6F03D61B}"/>
              </a:ext>
            </a:extLst>
          </p:cNvPr>
          <p:cNvSpPr/>
          <p:nvPr/>
        </p:nvSpPr>
        <p:spPr>
          <a:xfrm>
            <a:off x="12540343" y="7576457"/>
            <a:ext cx="2090057" cy="6531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0074" y="837248"/>
            <a:ext cx="6728460" cy="653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Applications of Radix Sort</a:t>
            </a:r>
            <a:endParaRPr lang="en-US" sz="4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9007" y="1843802"/>
            <a:ext cx="588288" cy="5882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63164" y="2573178"/>
            <a:ext cx="2659975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Financial Forecasting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8163164" y="3078012"/>
            <a:ext cx="3571875" cy="112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can be applied to sort large financial data, such as stock prices or transaction histories.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0160" y="4970978"/>
            <a:ext cx="588288" cy="5882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63164" y="5730214"/>
            <a:ext cx="3086814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Network Packet Routing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8163164" y="6262449"/>
            <a:ext cx="3571875" cy="1129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Radix sort is used in network routing algorithms to efficiently sort and process large volumes of packet data.</a:t>
            </a:r>
            <a:endParaRPr lang="en-US" sz="18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1579F8-3CA6-F9E5-02F0-C627BD0BCFAE}"/>
              </a:ext>
            </a:extLst>
          </p:cNvPr>
          <p:cNvSpPr/>
          <p:nvPr/>
        </p:nvSpPr>
        <p:spPr>
          <a:xfrm>
            <a:off x="12540343" y="7576457"/>
            <a:ext cx="2090057" cy="65314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439</Words>
  <Application>Microsoft Office PowerPoint</Application>
  <PresentationFormat>Custom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Prompt Medium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Gohil</cp:lastModifiedBy>
  <cp:revision>11</cp:revision>
  <dcterms:created xsi:type="dcterms:W3CDTF">2024-10-03T08:27:54Z</dcterms:created>
  <dcterms:modified xsi:type="dcterms:W3CDTF">2024-10-15T06:12:17Z</dcterms:modified>
</cp:coreProperties>
</file>